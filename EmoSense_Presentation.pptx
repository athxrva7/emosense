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EmoSense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Emotion-Aware Chatbot Application</a:t>
            </a:r>
          </a:p>
          <a:p>
            <a:r>
              <a:t>Project Overview &amp;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EmoSense is an intelligent, emotion-aware chatbot designed to detect and respond to user emotions.</a:t>
            </a:r>
          </a:p>
          <a:p>
            <a:pPr/>
            <a:r>
              <a:t>It provides an empathetic conversational experience by adjusting its responses based on the detected emotional state of the user.</a:t>
            </a:r>
          </a:p>
          <a:p>
            <a:pPr/>
            <a:r>
              <a:t>Key Components:</a:t>
            </a:r>
          </a:p>
          <a:p>
            <a:pPr lvl="1"/>
            <a:r>
              <a:t>Machine Learning Emotion Model</a:t>
            </a:r>
          </a:p>
          <a:p>
            <a:pPr lvl="1"/>
            <a:r>
              <a:t>Tkinter-based Modern UI</a:t>
            </a:r>
          </a:p>
          <a:p>
            <a:pPr lvl="1"/>
            <a:r>
              <a:t>Context &amp; Decision Engine</a:t>
            </a:r>
          </a:p>
          <a:p>
            <a:pPr lvl="1"/>
            <a:r>
              <a:t>Data Analysis &amp; PDF Report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Emotion &amp; Context Detection</a:t>
            </a:r>
          </a:p>
          <a:p>
            <a:pPr lvl="1"/>
            <a:r>
              <a:t>Classifies user input into emotions: happy, sad, angry, anxious, neutral.</a:t>
            </a:r>
          </a:p>
          <a:p>
            <a:pPr lvl="1"/>
            <a:r>
              <a:t>Calculates emotion intensity and detects context (e.g., work, social, exam).</a:t>
            </a:r>
          </a:p>
          <a:p>
            <a:pPr/>
            <a:r>
              <a:t>Adaptive Chatbot Engine</a:t>
            </a:r>
          </a:p>
          <a:p>
            <a:pPr lvl="1"/>
            <a:r>
              <a:t>Dynamic decision engine chooses response types: empathy, validation, calming, or reinforcement.</a:t>
            </a:r>
          </a:p>
          <a:p>
            <a:pPr lvl="1"/>
            <a:r>
              <a:t>Avoids repetition by tracking recent responses.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User Interface</a:t>
            </a:r>
          </a:p>
          <a:p>
            <a:pPr lvl="1"/>
            <a:r>
              <a:t>Clean, dark-themed Tkinter GUI.</a:t>
            </a:r>
          </a:p>
          <a:p>
            <a:pPr lvl="1"/>
            <a:r>
              <a:t>Interactive chat bubbles resembling modern messaging apps.</a:t>
            </a:r>
          </a:p>
          <a:p>
            <a:pPr/>
            <a:r>
              <a:t>Dashboard &amp; Reporting</a:t>
            </a:r>
          </a:p>
          <a:p>
            <a:pPr lvl="1"/>
            <a:r>
              <a:t>In-app dashboard displays emotional metrics, patterns, and risk assessments.</a:t>
            </a:r>
          </a:p>
          <a:p>
            <a:pPr lvl="1"/>
            <a:r>
              <a:t>Plots emotion distributions and trends.</a:t>
            </a:r>
          </a:p>
          <a:p>
            <a:pPr lvl="1"/>
            <a:r>
              <a:t>One-click PDF report generation for a comprehensive emotional overview.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AuthSystem (auth.py)</a:t>
            </a:r>
          </a:p>
          <a:p>
            <a:pPr lvl="1"/>
            <a:r>
              <a:t>Manages user registration, login, and sessions.</a:t>
            </a:r>
          </a:p>
          <a:p>
            <a:pPr/>
            <a:r>
              <a:t>ChatbotEngine (chatbot_engine.py)</a:t>
            </a:r>
          </a:p>
          <a:p>
            <a:pPr lvl="1"/>
            <a:r>
              <a:t>Orchestrates emotion detection, context parsing, and response generation.</a:t>
            </a:r>
          </a:p>
          <a:p>
            <a:pPr/>
            <a:r>
              <a:t>Database (database.py)</a:t>
            </a:r>
          </a:p>
          <a:p>
            <a:pPr lvl="1"/>
            <a:r>
              <a:t>Stores chat history securely for ongoing analysis.</a:t>
            </a:r>
          </a:p>
          <a:p>
            <a:pPr/>
            <a:r>
              <a:t>EmotionAnalyzer &amp; Generator (analysis.py / report_generator.py)</a:t>
            </a:r>
          </a:p>
          <a:p>
            <a:pPr lvl="1"/>
            <a:r>
              <a:t>Aggregates data to produce insights and downloadable PDF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Proposition:</a:t>
            </a:r>
          </a:p>
          <a:p>
            <a:pPr lvl="1"/>
            <a:r>
              <a:t>EmoSense bridges the gap between simple text bots and true empathetic interaction.</a:t>
            </a:r>
          </a:p>
          <a:p>
            <a:pPr/>
            <a:r>
              <a:t>Future Enhancements:</a:t>
            </a:r>
          </a:p>
          <a:p>
            <a:pPr lvl="1"/>
            <a:r>
              <a:t>Voice emotion recognition.</a:t>
            </a:r>
          </a:p>
          <a:p>
            <a:pPr lvl="1"/>
            <a:r>
              <a:t>Advanced NLP models for nuanced emotion tracking.</a:t>
            </a:r>
          </a:p>
          <a:p>
            <a:pPr lvl="1"/>
            <a:r>
              <a:t>Cloud synchronization across multiple devices.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